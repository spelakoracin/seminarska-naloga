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3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9262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75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2813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8710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7681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8710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8499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3966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3295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18666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160224-88A1-4A24-8A75-7D180C99B923}" type="datetimeFigureOut">
              <a:rPr lang="sl-SI" smtClean="0"/>
              <a:t>24. 04. 2022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342BC6D-99A4-4760-9095-435C8D0E02A3}" type="slidenum">
              <a:rPr lang="sl-SI" smtClean="0"/>
              <a:t>‹#›</a:t>
            </a:fld>
            <a:endParaRPr lang="sl-SI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29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sessions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C42A2C3-C5DC-4AC5-AD31-6E00D0B5A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l-SI" sz="6600" dirty="0"/>
              <a:t>Spletna stran za bralce knjig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91D332D-AA69-4493-BC10-F26FBC5A6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44291"/>
            <a:ext cx="10058400" cy="1405311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sl-SI" dirty="0"/>
              <a:t>Predmet: računalništvo</a:t>
            </a:r>
          </a:p>
          <a:p>
            <a:pPr algn="r"/>
            <a:r>
              <a:rPr lang="sl-SI" dirty="0"/>
              <a:t>Avtorica: Špela Koračin</a:t>
            </a:r>
          </a:p>
          <a:p>
            <a:pPr algn="r"/>
            <a:r>
              <a:rPr lang="sl-SI" dirty="0"/>
              <a:t>Mentor:  Gregor Mede univ. dipl. inž. </a:t>
            </a:r>
            <a:r>
              <a:rPr lang="sl-SI" dirty="0" err="1"/>
              <a:t>rač</a:t>
            </a:r>
            <a:r>
              <a:rPr lang="sl-SI" dirty="0"/>
              <a:t> in </a:t>
            </a:r>
            <a:r>
              <a:rPr lang="sl-SI" dirty="0" err="1"/>
              <a:t>inf</a:t>
            </a:r>
            <a:endParaRPr lang="sl-SI" dirty="0"/>
          </a:p>
          <a:p>
            <a:pPr algn="r"/>
            <a:r>
              <a:rPr lang="sl-SI" dirty="0"/>
              <a:t>April, 2022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59813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79D5B68-9078-41A1-BFF4-E2465FB3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STRUKTURA IN OBLIKOVANJE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0B061A4-43BE-4731-A6C4-0ECF4229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sl-SI" dirty="0"/>
              <a:t>HTML – struktura (besedilo, slike, tabele, obrazci…) (2)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l-SI" dirty="0"/>
              <a:t>CSS – oblikovanje (ozadja, barva, odmiki, obrobe…) (3)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l-SI" dirty="0"/>
              <a:t>Spletni strežnik postavljen z orodjem XAMPP kot lokalni gostitelj </a:t>
            </a:r>
          </a:p>
          <a:p>
            <a:endParaRPr lang="sl-SI" dirty="0"/>
          </a:p>
          <a:p>
            <a:endParaRPr lang="sl-SI" dirty="0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91CA5848-9177-4195-8231-B1BBCCD4F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56407"/>
            <a:ext cx="5353050" cy="2652335"/>
          </a:xfrm>
          <a:prstGeom prst="rect">
            <a:avLst/>
          </a:prstGeom>
        </p:spPr>
      </p:pic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71A8F04F-6A37-4B7C-B810-082BE89F063E}"/>
              </a:ext>
            </a:extLst>
          </p:cNvPr>
          <p:cNvSpPr txBox="1"/>
          <p:nvPr/>
        </p:nvSpPr>
        <p:spPr>
          <a:xfrm>
            <a:off x="4572000" y="5902274"/>
            <a:ext cx="409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Primer strani dodajKnjigo.html</a:t>
            </a:r>
          </a:p>
        </p:txBody>
      </p:sp>
      <p:cxnSp>
        <p:nvCxnSpPr>
          <p:cNvPr id="14" name="Raven puščični povezovalnik 13">
            <a:extLst>
              <a:ext uri="{FF2B5EF4-FFF2-40B4-BE49-F238E27FC236}">
                <a16:creationId xmlns:a16="http://schemas.microsoft.com/office/drawing/2014/main" id="{BE5EC680-BF92-4624-A60A-9141FA0D7C1D}"/>
              </a:ext>
            </a:extLst>
          </p:cNvPr>
          <p:cNvCxnSpPr/>
          <p:nvPr/>
        </p:nvCxnSpPr>
        <p:spPr>
          <a:xfrm flipV="1">
            <a:off x="3254722" y="3605315"/>
            <a:ext cx="1403927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Raven puščični povezovalnik 14">
            <a:extLst>
              <a:ext uri="{FF2B5EF4-FFF2-40B4-BE49-F238E27FC236}">
                <a16:creationId xmlns:a16="http://schemas.microsoft.com/office/drawing/2014/main" id="{13CC820E-FC9A-4EA3-AAA5-08820F5CB16C}"/>
              </a:ext>
            </a:extLst>
          </p:cNvPr>
          <p:cNvCxnSpPr>
            <a:cxnSpLocks/>
          </p:cNvCxnSpPr>
          <p:nvPr/>
        </p:nvCxnSpPr>
        <p:spPr>
          <a:xfrm flipV="1">
            <a:off x="3899590" y="4931718"/>
            <a:ext cx="2133600" cy="628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PoljeZBesedilom 18">
            <a:extLst>
              <a:ext uri="{FF2B5EF4-FFF2-40B4-BE49-F238E27FC236}">
                <a16:creationId xmlns:a16="http://schemas.microsoft.com/office/drawing/2014/main" id="{E40957E5-3535-45D4-A1E3-9E37195D21DA}"/>
              </a:ext>
            </a:extLst>
          </p:cNvPr>
          <p:cNvSpPr txBox="1"/>
          <p:nvPr/>
        </p:nvSpPr>
        <p:spPr>
          <a:xfrm>
            <a:off x="2129905" y="3815073"/>
            <a:ext cx="1403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glava strani</a:t>
            </a: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3A92AD9D-49E3-4E94-8DF1-25E0AE2C4640}"/>
              </a:ext>
            </a:extLst>
          </p:cNvPr>
          <p:cNvSpPr txBox="1"/>
          <p:nvPr/>
        </p:nvSpPr>
        <p:spPr>
          <a:xfrm>
            <a:off x="2247324" y="5300672"/>
            <a:ext cx="1824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Obrazec za dodajanje nove knjige</a:t>
            </a:r>
          </a:p>
        </p:txBody>
      </p:sp>
    </p:spTree>
    <p:extLst>
      <p:ext uri="{BB962C8B-B14F-4D97-AF65-F5344CB8AC3E}">
        <p14:creationId xmlns:p14="http://schemas.microsoft.com/office/powerpoint/2010/main" val="63415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7AD03B4-C6ED-4FEA-8E4A-A8FD0D35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97" y="1821760"/>
            <a:ext cx="3370478" cy="2103875"/>
          </a:xfrm>
        </p:spPr>
        <p:txBody>
          <a:bodyPr>
            <a:normAutofit/>
          </a:bodyPr>
          <a:lstStyle/>
          <a:p>
            <a:r>
              <a:rPr lang="sl-SI" sz="2800" dirty="0">
                <a:solidFill>
                  <a:srgbClr val="FFFFFF"/>
                </a:solidFill>
              </a:rPr>
              <a:t>PODATKOVNA BAZA – </a:t>
            </a:r>
            <a:br>
              <a:rPr lang="sl-SI" sz="3600" dirty="0">
                <a:solidFill>
                  <a:srgbClr val="FFFFFF"/>
                </a:solidFill>
              </a:rPr>
            </a:br>
            <a:r>
              <a:rPr lang="sl-SI" sz="3600" dirty="0">
                <a:solidFill>
                  <a:srgbClr val="FFFFFF"/>
                </a:solidFill>
              </a:rPr>
              <a:t>ER DIAGRAM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F403DB0-C085-4FA6-BB37-01C69741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24" y="987549"/>
            <a:ext cx="7184397" cy="48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2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6462B32-5C01-4184-AD15-428590D9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IMPLEMENTACIJA PODATKOVNE BAZE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40508BA-22CF-4157-AD23-BFAF48A4D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/>
              <a:t> USTVARJANJE PODATKOVNE BAZE</a:t>
            </a:r>
          </a:p>
          <a:p>
            <a:r>
              <a:rPr lang="sl-SI" dirty="0"/>
              <a:t>- orodje </a:t>
            </a:r>
            <a:r>
              <a:rPr lang="sl-SI" dirty="0" err="1"/>
              <a:t>phpMyAdmin</a:t>
            </a:r>
            <a:endParaRPr lang="sl-SI" dirty="0"/>
          </a:p>
          <a:p>
            <a:r>
              <a:rPr lang="sl-SI" dirty="0"/>
              <a:t>- podatkovni strežnik postavljen s pomočjo orodja XAMPP na portu 3306 kot lokalni gostitelj</a:t>
            </a:r>
          </a:p>
          <a:p>
            <a:endParaRPr lang="sl-SI" dirty="0"/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F279E6CF-FC6C-46BE-95CA-FAB22E231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4640241"/>
            <a:ext cx="2106930" cy="1447800"/>
          </a:xfrm>
          <a:prstGeom prst="rect">
            <a:avLst/>
          </a:prstGeom>
          <a:noFill/>
        </p:spPr>
      </p:pic>
      <p:pic>
        <p:nvPicPr>
          <p:cNvPr id="5" name="Slika 4" descr="Slika, ki vsebuje besede miza&#10;&#10;Opis je samodejno ustvarjen">
            <a:extLst>
              <a:ext uri="{FF2B5EF4-FFF2-40B4-BE49-F238E27FC236}">
                <a16:creationId xmlns:a16="http://schemas.microsoft.com/office/drawing/2014/main" id="{15BB2C53-7EFB-42C3-A3E0-B6CBEEE91C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111"/>
          <a:stretch/>
        </p:blipFill>
        <p:spPr bwMode="auto">
          <a:xfrm>
            <a:off x="3998856" y="4255816"/>
            <a:ext cx="4632325" cy="18973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PoljeZBesedilom 6">
            <a:extLst>
              <a:ext uri="{FF2B5EF4-FFF2-40B4-BE49-F238E27FC236}">
                <a16:creationId xmlns:a16="http://schemas.microsoft.com/office/drawing/2014/main" id="{BC3AD018-D51F-4443-A699-FF6AD1D61B7B}"/>
              </a:ext>
            </a:extLst>
          </p:cNvPr>
          <p:cNvSpPr txBox="1"/>
          <p:nvPr/>
        </p:nvSpPr>
        <p:spPr>
          <a:xfrm>
            <a:off x="927117" y="6045660"/>
            <a:ext cx="3713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Ustvarjanje baze podatkov in tabel</a:t>
            </a:r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09610B29-C925-423A-9EBF-767EBAC6DD9A}"/>
              </a:ext>
            </a:extLst>
          </p:cNvPr>
          <p:cNvSpPr txBox="1"/>
          <p:nvPr/>
        </p:nvSpPr>
        <p:spPr>
          <a:xfrm>
            <a:off x="3892457" y="6067777"/>
            <a:ext cx="2770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Struktura tabele knjige</a:t>
            </a:r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538BC114-5039-43A2-B443-F9D6263C0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663" y="3191976"/>
            <a:ext cx="3533813" cy="779738"/>
          </a:xfrm>
          <a:prstGeom prst="rect">
            <a:avLst/>
          </a:prstGeom>
        </p:spPr>
      </p:pic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46B6C974-D507-41B6-AD03-92A078CE0D00}"/>
              </a:ext>
            </a:extLst>
          </p:cNvPr>
          <p:cNvSpPr txBox="1"/>
          <p:nvPr/>
        </p:nvSpPr>
        <p:spPr>
          <a:xfrm>
            <a:off x="1573068" y="3654462"/>
            <a:ext cx="3140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Vzpostavitev podatkovnega strežnika (na sliki </a:t>
            </a:r>
            <a:r>
              <a:rPr lang="sl-SI" sz="1200" dirty="0" err="1"/>
              <a:t>MySql</a:t>
            </a:r>
            <a:r>
              <a:rPr lang="sl-SI" sz="1200" dirty="0"/>
              <a:t> module)</a:t>
            </a:r>
          </a:p>
        </p:txBody>
      </p:sp>
      <p:cxnSp>
        <p:nvCxnSpPr>
          <p:cNvPr id="15" name="Raven puščični povezovalnik 14">
            <a:extLst>
              <a:ext uri="{FF2B5EF4-FFF2-40B4-BE49-F238E27FC236}">
                <a16:creationId xmlns:a16="http://schemas.microsoft.com/office/drawing/2014/main" id="{608E8D5C-D2BA-45F4-970E-0E5A44667730}"/>
              </a:ext>
            </a:extLst>
          </p:cNvPr>
          <p:cNvCxnSpPr/>
          <p:nvPr/>
        </p:nvCxnSpPr>
        <p:spPr>
          <a:xfrm>
            <a:off x="4461164" y="3792961"/>
            <a:ext cx="1514763" cy="61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49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295163-5786-4F9B-969F-D513F4F5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IMPLEMENTACIJA PODATKOVNE BAZE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626E115-AFF7-4CD6-9AE8-991546DB4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POVEZAVA S SPLETNO STRANJO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l-SI" dirty="0"/>
              <a:t> Programski jezik PHP  </a:t>
            </a:r>
          </a:p>
          <a:p>
            <a:endParaRPr lang="sl-SI" dirty="0"/>
          </a:p>
          <a:p>
            <a:endParaRPr lang="sl-SI" dirty="0"/>
          </a:p>
          <a:p>
            <a:endParaRPr lang="sl-SI" dirty="0"/>
          </a:p>
          <a:p>
            <a:r>
              <a:rPr lang="sl-SI" dirty="0"/>
              <a:t>UPRAVLJANJE S PODATKI V BAZI</a:t>
            </a:r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2043583-6A39-43B9-9A76-BD628134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456712"/>
            <a:ext cx="6888509" cy="1842637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4922BB36-C255-43A8-98D5-C85D0A370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44" y="2799110"/>
            <a:ext cx="4669941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8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933C401-D94F-4411-871B-D846A8A1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SEJE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AD982A-692F-4959-901F-002D1B5B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sl-SI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N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ačin za shranjevanje informacij, ki se uporabljajo na več straneh (prilagojen prikaz vsakemu uporabniku) (1)</a:t>
            </a:r>
          </a:p>
          <a:p>
            <a:pPr>
              <a:buFont typeface="Wingdings" panose="05000000000000000000" pitchFamily="2" charset="2"/>
              <a:buChar char="§"/>
            </a:pPr>
            <a:endParaRPr lang="sl-SI" dirty="0"/>
          </a:p>
          <a:p>
            <a:pPr>
              <a:buFont typeface="Wingdings" panose="05000000000000000000" pitchFamily="2" charset="2"/>
              <a:buChar char="§"/>
            </a:pPr>
            <a:endParaRPr lang="sl-SI" dirty="0"/>
          </a:p>
          <a:p>
            <a:pPr>
              <a:buFont typeface="Wingdings" panose="05000000000000000000" pitchFamily="2" charset="2"/>
              <a:buChar char="§"/>
            </a:pPr>
            <a:endParaRPr lang="sl-SI" dirty="0"/>
          </a:p>
        </p:txBody>
      </p:sp>
      <p:pic>
        <p:nvPicPr>
          <p:cNvPr id="4" name="Označba mesta vsebine 3">
            <a:extLst>
              <a:ext uri="{FF2B5EF4-FFF2-40B4-BE49-F238E27FC236}">
                <a16:creationId xmlns:a16="http://schemas.microsoft.com/office/drawing/2014/main" id="{18017B76-CE35-4817-8ED1-3E57BD11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65618"/>
            <a:ext cx="1933845" cy="333422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E49AFF3-9864-4719-B024-27FA6ADF5D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8"/>
          <a:stretch/>
        </p:blipFill>
        <p:spPr bwMode="auto">
          <a:xfrm>
            <a:off x="1155132" y="3833151"/>
            <a:ext cx="4048125" cy="2781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9A5D8F66-446D-4A0E-9A23-2A3B76E7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132" y="4849178"/>
            <a:ext cx="3695700" cy="542925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CCF5E0AA-2A6C-4B24-B9DD-94951C8CA01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2564" r="6773" b="-1"/>
          <a:stretch/>
        </p:blipFill>
        <p:spPr bwMode="auto">
          <a:xfrm>
            <a:off x="6779780" y="2455054"/>
            <a:ext cx="3695699" cy="31500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C3982F38-9939-4EDF-BCBF-6A178AC79985}"/>
              </a:ext>
            </a:extLst>
          </p:cNvPr>
          <p:cNvSpPr txBox="1"/>
          <p:nvPr/>
        </p:nvSpPr>
        <p:spPr>
          <a:xfrm>
            <a:off x="1155132" y="3056471"/>
            <a:ext cx="1690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Začetek seje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E99C4533-4A68-4233-A80D-AAE34D390D36}"/>
              </a:ext>
            </a:extLst>
          </p:cNvPr>
          <p:cNvSpPr txBox="1"/>
          <p:nvPr/>
        </p:nvSpPr>
        <p:spPr>
          <a:xfrm>
            <a:off x="1155132" y="4111281"/>
            <a:ext cx="1875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Spremenljivka seje</a:t>
            </a:r>
            <a:endParaRPr lang="sl-SI" dirty="0"/>
          </a:p>
        </p:txBody>
      </p:sp>
      <p:sp>
        <p:nvSpPr>
          <p:cNvPr id="10" name="PoljeZBesedilom 9">
            <a:extLst>
              <a:ext uri="{FF2B5EF4-FFF2-40B4-BE49-F238E27FC236}">
                <a16:creationId xmlns:a16="http://schemas.microsoft.com/office/drawing/2014/main" id="{137D338B-C6B2-4506-A0D3-CC003AAFF7BC}"/>
              </a:ext>
            </a:extLst>
          </p:cNvPr>
          <p:cNvSpPr txBox="1"/>
          <p:nvPr/>
        </p:nvSpPr>
        <p:spPr>
          <a:xfrm>
            <a:off x="1155132" y="5392103"/>
            <a:ext cx="2326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Zaključek seje</a:t>
            </a:r>
          </a:p>
        </p:txBody>
      </p:sp>
      <p:sp>
        <p:nvSpPr>
          <p:cNvPr id="11" name="PoljeZBesedilom 10">
            <a:extLst>
              <a:ext uri="{FF2B5EF4-FFF2-40B4-BE49-F238E27FC236}">
                <a16:creationId xmlns:a16="http://schemas.microsoft.com/office/drawing/2014/main" id="{257843E9-A89E-43E2-B8AC-93A33777BD20}"/>
              </a:ext>
            </a:extLst>
          </p:cNvPr>
          <p:cNvSpPr txBox="1"/>
          <p:nvPr/>
        </p:nvSpPr>
        <p:spPr>
          <a:xfrm>
            <a:off x="6988744" y="5485612"/>
            <a:ext cx="3217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Prikaz podatkov o vpisanem uporabniku</a:t>
            </a:r>
          </a:p>
        </p:txBody>
      </p:sp>
    </p:spTree>
    <p:extLst>
      <p:ext uri="{BB962C8B-B14F-4D97-AF65-F5344CB8AC3E}">
        <p14:creationId xmlns:p14="http://schemas.microsoft.com/office/powerpoint/2010/main" val="215322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0AD467A-A118-4EF5-9E5B-2BFED4BC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VIRI IN LITERATURA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500AEAE-5266-4FFF-9CC6-E65A76B9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1600"/>
              </a:spcAft>
            </a:pPr>
            <a:r>
              <a:rPr lang="sl-SI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sl-SI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W3 </a:t>
            </a:r>
            <a:r>
              <a:rPr lang="sl-SI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Schools</a:t>
            </a:r>
            <a:r>
              <a:rPr lang="sl-SI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PHP </a:t>
            </a:r>
            <a:r>
              <a:rPr lang="sl-SI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Sessions</a:t>
            </a:r>
            <a:r>
              <a:rPr lang="sl-SI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[Elektronski] [Navedeno: 8. april 2022.] </a:t>
            </a:r>
            <a:r>
              <a:rPr lang="sl-SI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https://www.w3schools.com/php/php_sessions.asp</a:t>
            </a:r>
            <a:r>
              <a:rPr lang="sl-SI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1600"/>
              </a:spcAft>
            </a:pPr>
            <a:r>
              <a:rPr lang="sl-SI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astrology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page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Kaj je označevalni jezik? - definicija iz </a:t>
            </a:r>
            <a:r>
              <a:rPr lang="sl-SI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tehopedije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Razvoj - 2022. 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[Elektronski] 2022. [Navedeno: 6. april 2022.] https://sl.theastrologypage.com/markup-language.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1600"/>
              </a:spcAft>
            </a:pPr>
            <a:r>
              <a:rPr lang="sl-SI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CSS. </a:t>
            </a:r>
            <a:r>
              <a:rPr lang="sl-SI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Wikipedija prosta enciklopedija. </a:t>
            </a:r>
            <a:r>
              <a:rPr lang="sl-SI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[Elektronski] 19. avgust 2020. [Navedeno: 6. april 2022.] https://sl.wikipedia.org/wiki/CSS.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1600"/>
              </a:spcAft>
            </a:pPr>
            <a:endParaRPr lang="sl-SI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2016263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iva">
  <a:themeElements>
    <a:clrScheme name="Sivin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k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</TotalTime>
  <Words>295</Words>
  <Application>Microsoft Office PowerPoint</Application>
  <PresentationFormat>Širokozaslonsko</PresentationFormat>
  <Paragraphs>38</Paragraphs>
  <Slides>7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5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7</vt:i4>
      </vt:variant>
    </vt:vector>
  </HeadingPairs>
  <TitlesOfParts>
    <vt:vector size="13" baseType="lpstr">
      <vt:lpstr>Calibri</vt:lpstr>
      <vt:lpstr>Calibri Light</vt:lpstr>
      <vt:lpstr>Courier New</vt:lpstr>
      <vt:lpstr>Times New Roman</vt:lpstr>
      <vt:lpstr>Wingdings</vt:lpstr>
      <vt:lpstr>Retrospektiva</vt:lpstr>
      <vt:lpstr>Spletna stran za bralce knjig</vt:lpstr>
      <vt:lpstr>STRUKTURA IN OBLIKOVANJE</vt:lpstr>
      <vt:lpstr>PODATKOVNA BAZA –  ER DIAGRAM</vt:lpstr>
      <vt:lpstr>IMPLEMENTACIJA PODATKOVNE BAZE</vt:lpstr>
      <vt:lpstr>IMPLEMENTACIJA PODATKOVNE BAZE</vt:lpstr>
      <vt:lpstr>SEJE</vt:lpstr>
      <vt:lpstr>VIRI IN 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Spletna stran za bralce knjig</dc:title>
  <dc:creator>Špela Koračin</dc:creator>
  <cp:lastModifiedBy>Špela Koračin</cp:lastModifiedBy>
  <cp:revision>9</cp:revision>
  <dcterms:created xsi:type="dcterms:W3CDTF">2022-04-24T15:51:43Z</dcterms:created>
  <dcterms:modified xsi:type="dcterms:W3CDTF">2022-04-24T18:52:52Z</dcterms:modified>
</cp:coreProperties>
</file>